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Synthesized Findings — ITV Reports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reports synthesized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energy (1094)</a:t>
            </a:r>
          </a:p>
          <a:p>
            <a:pPr lvl="1"/>
            <a:r>
              <a:t>water (903)</a:t>
            </a:r>
          </a:p>
          <a:p>
            <a:pPr lvl="1"/>
            <a:r>
              <a:t>system (848)</a:t>
            </a:r>
          </a:p>
          <a:p>
            <a:pPr lvl="1"/>
            <a:r>
              <a:t>efficiency (594)</a:t>
            </a:r>
          </a:p>
          <a:p>
            <a:pPr lvl="1"/>
            <a:r>
              <a:t>office (499)</a:t>
            </a:r>
          </a:p>
          <a:p>
            <a:pPr lvl="1"/>
            <a:r>
              <a:t>performance (458)</a:t>
            </a:r>
          </a:p>
          <a:p>
            <a:pPr lvl="1"/>
            <a:r>
              <a:t>from (401)</a:t>
            </a:r>
          </a:p>
          <a:p>
            <a:pPr lvl="1"/>
            <a:r>
              <a:t>this (356)</a:t>
            </a:r>
          </a:p>
          <a:p>
            <a:pPr lvl="1"/>
            <a:r>
              <a:t>with (354)</a:t>
            </a:r>
          </a:p>
          <a:p>
            <a:pPr lvl="1"/>
            <a:r>
              <a:t>industrial (342)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- M&amp;V consistently emphasizes baseline definition, instrumentation, normalization, uncertainty quantification, and transparent reporting.</a:t>
            </a:r>
          </a:p>
          <a:p>
            <a:pPr lvl="1"/>
            <a:r>
              <a:t>- Common KPIs: kWh saved, water saved, chemical reductions, net electricity from waste heat, effluent quality parameters.</a:t>
            </a:r>
          </a:p>
          <a:p>
            <a:pPr lvl="1"/>
            <a:r>
              <a:t>- Many validations combine energy and water metrics and require production-normalized analyses.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